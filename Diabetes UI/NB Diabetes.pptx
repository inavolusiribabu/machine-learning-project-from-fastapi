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B6FA-0310-DF50-84F5-08A42FF9D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259F-FC7C-98DE-AAE5-4B25FD7D5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2424F-353A-E5B7-5991-2873E499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E929F-9EB4-6410-CBB8-F48D4F2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2466-2ABC-51AE-DDD9-E0BFF117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7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C8EE-A804-3776-EDC5-F17114F4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88AC7-8FF8-89AF-9AD1-3C3A54FC6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4DDC9-E70E-67D1-A9CE-5774EABA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ACAB4-D850-7119-A69B-C8F69990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61BE6-A7EF-C86D-89BA-9656DAD1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0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7ACA-349F-5C01-427D-4D7332C1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01DE2-ED47-DAF0-0AA1-05A1A178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EBA43-296E-ABB7-A529-F014BBA9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62232-7342-2515-8E81-3FBC6F83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7BF68-0F09-6A2D-BC5C-344AD44B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2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D037-3BD3-4C4C-40A5-D51C8A6E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59F6-6C0B-2BDD-DA56-CCDB824AC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F8B0D-376D-EC28-8146-FD28BA53C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BA49E-C9EF-2A57-4B4D-6996956F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8212A-1210-A6CD-CF04-3A33D5A6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EF2C6-C4BA-71D5-3297-65E02147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75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03B1-A835-62AA-FACD-1C04DC86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9BBC-2054-85C1-0AE0-9602523D7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CD48A-F026-615F-8478-8918F0A31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EEAC3-A4BF-91D7-82E5-6F6D5405E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AD633-210A-69A2-1454-8085473E3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8BAA3-7B17-289E-EF7E-F6FD7537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CBEAB-BD77-510F-7028-C5D12597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01B53-A008-3C41-85A7-C050E6F2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15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535D-0C48-443D-54F2-23688F49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7025D-2F27-3CEB-987B-079C1499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ADB7F-73B1-0F77-F2A9-04FD0993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73E52-FB0A-B641-06ED-9412B71C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4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5D12C-1875-F524-651F-8450BC5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EA9A1-FCCD-408B-F7F4-CB62934D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3684D-35EB-946A-B1AA-BD86DE8D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65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71AA-CC09-C420-7E2F-E787C54E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BF5B-8990-B380-8BC6-EAB036BC4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6480B-6247-E567-17CD-CAE00719F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9D3F0-7898-31E9-FC4F-C9DCDEDA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31A9-436C-4681-08C6-8A23A5B6C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1EC63-4720-F092-BA87-8A52CCC6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0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98CE-ADDD-9A8D-18D4-28B4DB61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5E99A-A52B-332A-BB05-F166DB63C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2FA8B-60DA-9ED0-A077-F9297827A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E8D49-A848-D870-3DA9-70A80D44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BE1A6-5A80-F38A-0A42-1A13C4A9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C8208-6FE4-4166-3CAC-EC4326A34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08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F2AB-B494-E3AB-6CC1-D9BE3DC0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BF7F5-06D8-9FFE-26F5-7A486021B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F5494-7C9D-DD10-793E-669F0BAA8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F718-B734-824F-552B-A0DAF85E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89E23-B743-C029-D845-6DCEDCA6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6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665C0-A8D2-2A79-8865-A777C82F7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59D31-876B-1351-3A47-854E04786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0AC5E-581A-3F4E-69D4-183A6C6C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8B720-6EE0-FFC1-1602-DFAA1554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58FD2-392B-E0A5-96AB-137DAD2C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58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E9A6B8-410D-FC25-B5AE-D95CCBC5D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3CCE5-DFEA-BFF3-53A0-80C903515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3AEC9-6A0C-8727-527A-7393761A7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23AA2-1E88-4BD7-91C1-D15B02E21F3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6D3AE-22A8-2669-E3F7-6A9478F80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272DA-C107-77EA-E06D-B80E714B2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AB93B-61C2-4002-934E-70E6B0A03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84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499F-4D8F-FAB5-E90E-FCF1C5627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Diabetes on NB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44661-292A-D0DE-CCF0-9CBF59E60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377687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706136-0FC1-6FFE-08C3-3C101736A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985" y="1110286"/>
            <a:ext cx="5564911" cy="46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7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Diabetes on NB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Ganapathiraju N</dc:creator>
  <cp:lastModifiedBy>Ganapathiraju N</cp:lastModifiedBy>
  <cp:revision>7</cp:revision>
  <dcterms:created xsi:type="dcterms:W3CDTF">2025-12-20T15:33:45Z</dcterms:created>
  <dcterms:modified xsi:type="dcterms:W3CDTF">2026-02-11T15:05:21Z</dcterms:modified>
</cp:coreProperties>
</file>